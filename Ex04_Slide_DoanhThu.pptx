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128</c:v>
                </c:pt>
                <c:pt idx="2">
                  <c:v>135</c:v>
                </c:pt>
                <c:pt idx="3">
                  <c:v>145</c:v>
                </c:pt>
                <c:pt idx="4">
                  <c:v>158</c:v>
                </c:pt>
                <c:pt idx="5">
                  <c:v>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 Huy Hưng | CNTT1 | Nhập môn CNTT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tháng 6 cao hơn 42% so với tháng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thông điệp chính, dữ liệu minh họa cho bài tập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00200"/>
          <a:ext cx="6903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916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66760" y="18562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8"/>
                </a:solidFill>
              </a:rPr>
              <a:t>170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366760" y="2514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triệu đồng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(tháng 6)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8388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</a:rPr>
              <a:t>Thiết kế đề xuất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004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r>
              <a:rPr lang="en-US" sz="1500" dirty="0">
                <a:solidFill>
                  <a:srgbClr val="374151"/>
                </a:solidFill>
              </a:rPr>
              <a:t>• Bar chart thay bảng 50 hàng</a:t>
            </a:r>
            <a:endParaRPr lang="en-US" sz="1500" dirty="0"/>
          </a:p>
          <a:p>
            <a:r>
              <a:rPr lang="en-US" sz="1500" dirty="0">
                <a:solidFill>
                  <a:srgbClr val="374151"/>
                </a:solidFill>
              </a:rPr>
              <a:t>• Font ≥ 30pt cho nội dung chính</a:t>
            </a:r>
            <a:endParaRPr lang="en-US" sz="1500" dirty="0"/>
          </a:p>
          <a:p>
            <a:r>
              <a:rPr lang="en-US" sz="1500" dirty="0">
                <a:solidFill>
                  <a:srgbClr val="374151"/>
                </a:solidFill>
              </a:rPr>
              <a:t>• Chỉ highlight số quan trọng</a:t>
            </a:r>
            <a:endParaRPr lang="en-US" sz="1500" dirty="0"/>
          </a:p>
          <a:p>
            <a:r>
              <a:rPr lang="en-US" sz="1500" dirty="0">
                <a:solidFill>
                  <a:srgbClr val="374151"/>
                </a:solidFill>
              </a:rPr>
              <a:t>• Bảng chi tiết để ở appendix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PTIT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Nhap mon CNTT - Session 10</dc:subject>
  <dc:creator>Phan Huy Hung</dc:creator>
  <cp:lastModifiedBy>Phan Huy Hung</cp:lastModifiedBy>
  <cp:revision>1</cp:revision>
  <dcterms:created xsi:type="dcterms:W3CDTF">2026-10-12T02:42:23Z</dcterms:created>
  <dcterms:modified xsi:type="dcterms:W3CDTF">2026-10-12T02:42:23Z</dcterms:modified>
</cp:coreProperties>
</file>