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Khách hàng tiềm năng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Hanoi</c:v>
                  </c:pt>
                  <c:pt idx="1">
                    <c:v>HCM</c:v>
                  </c:pt>
                  <c:pt idx="2">
                    <c:v>Đà Lạt</c:v>
                  </c:pt>
                  <c:pt idx="3">
                    <c:v>Khác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7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F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 Huy Hưng | CNTT1 | Nhập môn CNTT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 Lạt là khu vực có nhiều khách hàng tiềm năng nhất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minh họa nội bộ từ danh sách khách hàng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0876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9019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458200" y="2560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khách hàng tiềm năng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ở Đà Lạt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753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Thông điệp hành động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75320" y="41605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Ưu tiên demo Smart-Farm tại Đà Lạt, sau đó mở rộng sang Hà Nội và TP.HCM.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Nhap mon CNTT - Session 10</dc:subject>
  <dc:creator>Phan Huy Hung</dc:creator>
  <cp:lastModifiedBy>Phan Huy Hung</cp:lastModifiedBy>
  <cp:revision>1</cp:revision>
  <dcterms:created xsi:type="dcterms:W3CDTF">2026-10-12T02:42:23Z</dcterms:created>
  <dcterms:modified xsi:type="dcterms:W3CDTF">2026-10-12T02:42:23Z</dcterms:modified>
</cp:coreProperties>
</file>