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báo cáo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CNTT</c:v>
                  </c:pt>
                  <c:pt idx="1">
                    <c:v>Điện tử</c:v>
                  </c:pt>
                  <c:pt idx="2">
                    <c:v>Kinh tế</c:v>
                  </c:pt>
                  <c:pt idx="3">
                    <c:v>Cơ sở chung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30</c:v>
                </c:pt>
                <c:pt idx="2">
                  <c:v>23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Tình trạng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Pt>
            <c:idx val="1"/>
            <c:bubble3D val="0"/>
            <c:spPr>
              <a:solidFill>
                <a:srgbClr val="D9E1F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7415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7415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Duyệt</c:v>
                </c:pt>
                <c:pt idx="1">
                  <c:v>Chưa duyệt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20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 Huy Hưng | CNTT1 | Nhập môn CNTT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nghị PTIT 2027 được thiết kế quanh 3 ưu tiên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khoa học • trải nghiệm người tham dự • khả năng vận hành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8"/>
                </a:solidFill>
              </a:rPr>
              <a:t>HỘI NGHỊ KHOA HỌC SINH VIÊN PTIT 2027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37744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573"/>
                </a:solidFill>
              </a:rPr>
              <a:t>Khai mạc • dữ liệu mô phỏng phục vụ bài tập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65D"/>
                </a:solidFill>
              </a:rPr>
              <a:t>110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8872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báo cáo đăng ký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636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65D"/>
                </a:solidFill>
              </a:rPr>
              <a:t>90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84632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báo cáo dự kiến duyệt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65D"/>
                </a:solidFill>
              </a:rPr>
              <a:t>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phiên chuyên đề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CNTT đóng góp nhiều báo cáo nhất trong cơ cấu đăng ký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phù hợp để so sánh trực tiếp giữa các khoa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50876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8288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0" y="19933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42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96112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báo cáo từ CNTT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báo cáo dự kiến vượt qua vòng xét duyệt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donut để thể hiện phần được duyệt trong tổng số hồ sơ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05840" y="141732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9933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82%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0956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tỷ lệ duyệt dự kiến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trình giữ thời lượng báo cáo tập trung trong một ngày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mốc chỉ thể hiện một hoạt động chính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719072"/>
            <a:ext cx="320040" cy="32004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08:00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Khai mạc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679192"/>
            <a:ext cx="320040" cy="32004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09:00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2606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Phiên báo cáo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3639312"/>
            <a:ext cx="320040" cy="32004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13:30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3566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Phiên báo cáo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4599432"/>
            <a:ext cx="320040" cy="32004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526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16:30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0" y="4526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Trao giải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dữ liệu giúp giảm thao tác thủ công cho Ban Tổ chức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là nguồn; Word và Slide là lớp hiển thị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2103120" cy="640080"/>
          </a:xfrm>
          <a:prstGeom prst="rect">
            <a:avLst/>
          </a:prstGeom>
          <a:solidFill>
            <a:srgbClr val="EAF2F8"/>
          </a:solidFill>
          <a:ln>
            <a:solidFill>
              <a:srgbClr val="B8CCE4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Đăng ký / Danh mục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0" y="2286000"/>
            <a:ext cx="2103120" cy="640080"/>
          </a:xfrm>
          <a:prstGeom prst="rect">
            <a:avLst/>
          </a:prstGeom>
          <a:solidFill>
            <a:srgbClr val="E2F0D9"/>
          </a:solidFill>
          <a:ln>
            <a:solidFill>
              <a:srgbClr val="A9D18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Excel chuẩn hóa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VLOOKUP + Filter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83680" y="2286000"/>
            <a:ext cx="2286000" cy="640080"/>
          </a:xfrm>
          <a:prstGeom prst="rect">
            <a:avLst/>
          </a:prstGeom>
          <a:solidFill>
            <a:srgbClr val="FFF2CC"/>
          </a:solidFill>
          <a:ln>
            <a:solidFill>
              <a:srgbClr val="FFD9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Word kế hoạch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+ Slide khai mạc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418320" y="2286000"/>
            <a:ext cx="1920240" cy="640080"/>
          </a:xfrm>
          <a:prstGeom prst="rect">
            <a:avLst/>
          </a:prstGeom>
          <a:solidFill>
            <a:srgbClr val="FCE4D6"/>
          </a:solidFill>
          <a:ln>
            <a:solidFill>
              <a:srgbClr val="F4B18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Người tham dự /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Ban giám khảo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063240" y="2441448"/>
            <a:ext cx="365760" cy="320040"/>
          </a:xfrm>
          <a:prstGeom prst="chevron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441448"/>
            <a:ext cx="365760" cy="320040"/>
          </a:xfrm>
          <a:prstGeom prst="chevron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79408" y="2441448"/>
            <a:ext cx="365760" cy="320040"/>
          </a:xfrm>
          <a:prstGeom prst="chevron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Hoàn tất dữ liệu trước 17:00 để lịch phiên được khóa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cuối dành cho người tham dự và ban chuyên môn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6908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5911"/>
                </a:solidFill>
              </a:rPr>
              <a:t>17:00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03120" y="2971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65D"/>
                </a:solidFill>
              </a:rPr>
              <a:t>Hạn cuối xác nhận thông tin báo cáo viên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Kiểm tra tên báo cáo • phòng trình bày • thông tin liên hệ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Nhap mon CNTT - Session 10</dc:subject>
  <dc:creator>Phan Huy Hung</dc:creator>
  <cp:lastModifiedBy>Phan Huy Hung</cp:lastModifiedBy>
  <cp:revision>1</cp:revision>
  <dcterms:created xsi:type="dcterms:W3CDTF">2026-10-12T02:42:23Z</dcterms:created>
  <dcterms:modified xsi:type="dcterms:W3CDTF">2026-10-12T02:42:23Z</dcterms:modified>
</cp:coreProperties>
</file>