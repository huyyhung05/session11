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Phiếu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Đang mượn</c:v>
                  </c:pt>
                  <c:pt idx="1">
                    <c:v>Quá hạn</c:v>
                  </c:pt>
                  <c:pt idx="2">
                    <c:v>Đã trả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 Huy Hưng | CNTT1 | Nhập môn CNTT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1/4 phiếu đang quá hạn — dữ liệu đã sẵn sàng để theo dõi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kết quả chuẩn hóa và VLOOKUP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6002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993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5820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</a:rPr>
              <a:t>phiếu quá hạn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65D"/>
                </a:solidFill>
              </a:rPr>
              <a:t>Dữ liệu sau chuẩn hóa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0" y="4023360"/>
            <a:ext cx="3154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• 4 record hợp lệ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• 1 mã sách S099 chưa có danh mục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</a:rPr>
              <a:t>• IFERROR hiển thị thông báo thân thiện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PTIT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Nhap mon CNTT - Session 10</dc:subject>
  <dc:creator>Phan Huy Hung</dc:creator>
  <cp:lastModifiedBy>Phan Huy Hung</cp:lastModifiedBy>
  <cp:revision>1</cp:revision>
  <dcterms:created xsi:type="dcterms:W3CDTF">2026-10-12T02:42:23Z</dcterms:created>
  <dcterms:modified xsi:type="dcterms:W3CDTF">2026-10-12T02:42:23Z</dcterms:modified>
</cp:coreProperties>
</file>